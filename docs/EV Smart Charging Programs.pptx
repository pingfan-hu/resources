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928"/>
  </p:normalViewPr>
  <p:slideViewPr>
    <p:cSldViewPr snapToGrid="0">
      <p:cViewPr varScale="1">
        <p:scale>
          <a:sx n="155" d="100"/>
          <a:sy n="155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E041E-AEBA-A0EB-96CA-1D726FBBA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FBB35B-63FD-2831-7580-0068A3D0C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4BE8A-27C8-F497-F8EA-2B77824C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EFE2FA-F1E8-D796-3FF5-77D2280D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E2545A-FE90-07E7-9A5D-56AB3953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41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3A548-613D-3745-7D05-74E64313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AF41E-66FD-7B9F-5B20-3DCE2EBE8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58026E-4803-6425-C0B6-2621AB2A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509F82-F6F9-071E-CAFF-43BECAAB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89F192-0EA8-4C59-CF9E-857F44B8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3447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D0D98-F97E-7426-60D0-397B2E79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E1D643-0815-F7C5-3CDD-D505C6533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FD08F4-6C7F-FEC6-2A0F-5406FF96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CAD46-2E3A-07B3-D5F9-9DB6A70C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498E1-F5E3-4AED-C91B-F2F81210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852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9FFD9-B9F3-8F70-C0DA-D39B9186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F40EC4-BB33-5018-EAC8-64DD86CBA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CA1AEA-49CD-5B1C-B22D-338EC90D8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D308C6-6147-A089-B1FD-24A31126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89FFC8-E77B-CF49-2CFA-B4C7C65F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C2899D-8753-4C8A-3C1F-D241ED14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70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E11FA-896F-AD2A-5BD0-CB95F509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35426E-30CB-65A6-82A6-5098451C4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473070-A0D9-D537-B467-625F330A5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05DDC2-2A71-ECF0-CC7E-C3156D41F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E9E45C-3C8F-DEFC-BEAF-A755A519B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7013B4-889C-F0FF-2807-5EA7CB8F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DE4D88-2CC4-954A-3460-CCB93374F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CE9B65-A251-6E1D-890C-6CF426EF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426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22581-13A7-9DCF-37B8-E82749E1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394C67-7DA6-9DF6-B95B-3B80964D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9BEBF5-5D09-659F-31C0-5BCDC6B9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64DC47-6293-A387-0627-D20B2942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505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2180E6-1ABE-9213-4800-C8C6E193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C1004B-3760-DE99-0291-98EF0389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7DB8CF-1D52-9BD7-4E5A-B4691D3F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542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279A-9AF7-77E3-C506-B869DD2A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400541-6C95-5595-F9BD-35CAAF6B3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07F738-F33F-4D27-2827-C619F7A55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CEDA90-6C4D-D62D-9539-FA9E1F0F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84BF61-A192-A373-67A4-3EB18348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5B82E0-925C-BBB4-C1E4-D0B7D1C6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658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4F33C-50DD-B542-9E32-3744543C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97A665-B2C7-8DED-2B3B-D68E88C71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BB992E-6F53-5A66-712C-2C3089E8B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A51449-3E41-769B-9660-C34C4D86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E9086F-A55E-FB96-291B-4C1E0D31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7913D8-4EE6-FE5E-D23D-AACD390B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836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D24BD-D587-083B-A26E-7776C5A7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EBFF94-A232-1A81-1B8E-4F6BDA25B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C266F6-1F8B-C7FC-FED4-0CCBAB14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49783E-D317-840C-42F9-619567AF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6C87F9-BD67-768E-B15A-D06991B6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061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95CB89-5C9E-D4F4-C0AA-44DA028AE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4374E9-A361-2141-DEDF-61ABFD62B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727C0-38CC-2257-0EAF-7E333708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04041-50A6-97C8-22AD-8599E631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DCF598-8442-F4FD-C8A2-8818C150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B3D178-70E2-C050-2C23-F851D566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818BF8-B5CB-B0DB-7E56-4AB95F8B7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A8566-9B9A-6042-3E48-F4130E15C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B6196-8800-7A48-9AB5-8664F08D0962}" type="datetimeFigureOut">
              <a:rPr kumimoji="1" lang="zh-CN" altLang="en-US" smtClean="0"/>
              <a:t>2026/2/2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1AF626-1118-D75F-31E2-D48DF879C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C5965-4B0F-B1BE-B792-993657563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9C8EB-2957-D644-BB28-4A0520D132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67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EEE5A8B8-D347-DD2D-1A2A-C03ABB71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" t="2465" r="935" b="10551"/>
          <a:stretch>
            <a:fillRect/>
          </a:stretch>
        </p:blipFill>
        <p:spPr>
          <a:xfrm>
            <a:off x="271849" y="0"/>
            <a:ext cx="11648302" cy="685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4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Pingfan Hu</dc:creator>
  <cp:lastModifiedBy>Pingfan Hu</cp:lastModifiedBy>
  <cp:revision>1</cp:revision>
  <dcterms:created xsi:type="dcterms:W3CDTF">2026-02-03T00:56:45Z</dcterms:created>
  <dcterms:modified xsi:type="dcterms:W3CDTF">2026-02-03T02:25:44Z</dcterms:modified>
</cp:coreProperties>
</file>